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376" r:id="rId4"/>
    <p:sldId id="373" r:id="rId5"/>
    <p:sldId id="374" r:id="rId6"/>
    <p:sldId id="372" r:id="rId7"/>
    <p:sldId id="369" r:id="rId8"/>
    <p:sldId id="370" r:id="rId9"/>
    <p:sldId id="375" r:id="rId10"/>
    <p:sldId id="377" r:id="rId11"/>
    <p:sldId id="3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5478A0-E400-6B2F-4B52-61D3A263B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491" y="64077"/>
            <a:ext cx="1000125" cy="1143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8995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Meta-Cognitive Temperature Regulation for Transformer Models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329" y="4955810"/>
            <a:ext cx="33043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I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955810"/>
            <a:ext cx="3505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chemeClr val="accent4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SURWEESH SP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4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231501165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0870" y="1730829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ARTIFICIAL INTELLIGENCE AND       MACHINE LEARNING</a:t>
            </a:r>
          </a:p>
        </p:txBody>
      </p:sp>
      <p:pic>
        <p:nvPicPr>
          <p:cNvPr id="8" name="Picture 2" descr="Index of /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077"/>
            <a:ext cx="3756758" cy="1213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10668000" cy="1216025"/>
          </a:xfrm>
        </p:spPr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Zeroth 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149263" y="136525"/>
            <a:ext cx="780229" cy="1098717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FA71BD-FAC9-4CB3-5988-5935E1BB1256}"/>
              </a:ext>
            </a:extLst>
          </p:cNvPr>
          <p:cNvSpPr/>
          <p:nvPr/>
        </p:nvSpPr>
        <p:spPr>
          <a:xfrm>
            <a:off x="1330960" y="2106146"/>
            <a:ext cx="4500880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Large Language Models (LLMs)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built upon the Transformer architecture have revolutionized Artificial Intelligence by demonstrating exceptional capabilities in natural language understanding, reasoning, code generation, scientific discovery, and conversational intelligence. </a:t>
            </a:r>
          </a:p>
          <a:p>
            <a:pPr algn="just"/>
            <a:endParaRPr lang="en-I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Despite these remarkable advances, their inference mechanism of modern Transformer models remains fundamentally static. During text generation, decoding decisions are governed by externally defined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hyperparameters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such as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temperature, Top-k, Top-p, and beam search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Among these, the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parameter controls the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randomness of token selection and is typically assigned manually by the user before inference begins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2C1D1A-DB1F-F64C-D511-2A5B494EF7AA}"/>
              </a:ext>
            </a:extLst>
          </p:cNvPr>
          <p:cNvSpPr/>
          <p:nvPr/>
        </p:nvSpPr>
        <p:spPr>
          <a:xfrm>
            <a:off x="6360160" y="2106146"/>
            <a:ext cx="4500880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This assumption introduces a significant limitation. Human reasoning is inherently adaptive we naturally become more cautious when uncertain, explore multiple alternatives for complex problems, and respond deterministically when confidence is high.</a:t>
            </a:r>
          </a:p>
          <a:p>
            <a:pPr algn="just"/>
            <a:endParaRPr lang="en-I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This research proposes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Meta-Cognitive Temperature Regulation (MCTR)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a novel inference framework that enables Transformer models to continuously assess their internal cognitive state and dynamically regulate decoding temperature during generation. Inspired by human meta-cognition, the framework estimates confidence, uncertainty, reasoning stability, and novelty before each prediction, allowing the model to adapt its exploration strategy rather than relying on a static user-defined parameter.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6643B-89F2-5FC9-4F91-9B579A23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7917-7EBD-5C88-E688-E64AE988B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74320"/>
            <a:ext cx="10668000" cy="1216025"/>
          </a:xfrm>
        </p:spPr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TOPIC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428D3-7CF5-4017-7B51-237EA068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Zeroth 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E6AD0-4D53-E1F6-9CD4-97762527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B0AFB-0DC5-B378-CF77-AEF93639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8719881-11E8-036B-9435-DF285F616BD7}"/>
              </a:ext>
            </a:extLst>
          </p:cNvPr>
          <p:cNvSpPr/>
          <p:nvPr/>
        </p:nvSpPr>
        <p:spPr>
          <a:xfrm>
            <a:off x="11149263" y="136525"/>
            <a:ext cx="780229" cy="1098717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B06609-CC8B-DF47-6B6A-73CF10B3EB57}"/>
              </a:ext>
            </a:extLst>
          </p:cNvPr>
          <p:cNvSpPr/>
          <p:nvPr/>
        </p:nvSpPr>
        <p:spPr>
          <a:xfrm>
            <a:off x="1168401" y="1876862"/>
            <a:ext cx="4927599" cy="46166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As LLMs become increasingly integrated into healthcare, education, finance, law, scientific research, autonomous systems, and software engineering, ensuring reliable reasoning has become more critical than simply improving accuracy.</a:t>
            </a:r>
          </a:p>
          <a:p>
            <a:pPr algn="just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Current Transformer models exhibit several well-known limitations: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Hallucination of incorrect facts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Overconfident incorrect predictions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Static decoding behaviour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Poor uncertainty awareness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Lack of self-reflection during reasoning</a:t>
            </a:r>
          </a:p>
          <a:p>
            <a:pPr algn="just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Fixed exploration regardless of task complexity, </a:t>
            </a: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although recent research has explored adaptive decoding and temperature optimization, these methods primarily adjust output sampling strategies and do not introduce an explicit mechanism for computational self-awareness.</a:t>
            </a: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7B3E77-EC3F-3206-EDDF-E447E116B814}"/>
              </a:ext>
            </a:extLst>
          </p:cNvPr>
          <p:cNvSpPr/>
          <p:nvPr/>
        </p:nvSpPr>
        <p:spPr>
          <a:xfrm>
            <a:off x="6487160" y="1866702"/>
            <a:ext cx="4500880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Recent works such as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Adaptive Decoding via Latent Preference Optimization, Thermometer of Thoughts, and TAMPO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demonstrate the growing importance of adaptive inference but remain focused on optimizing decoding policies rather than modelling a model's internal cognitive state.</a:t>
            </a:r>
          </a:p>
        </p:txBody>
      </p:sp>
    </p:spTree>
    <p:extLst>
      <p:ext uri="{BB962C8B-B14F-4D97-AF65-F5344CB8AC3E}">
        <p14:creationId xmlns:p14="http://schemas.microsoft.com/office/powerpoint/2010/main" val="964992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Zeroth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430D328-66EC-9266-314B-2931A2080C18}"/>
              </a:ext>
            </a:extLst>
          </p:cNvPr>
          <p:cNvSpPr/>
          <p:nvPr/>
        </p:nvSpPr>
        <p:spPr>
          <a:xfrm>
            <a:off x="11116917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732ACB-2459-0403-7BC2-C5DEDA18DDFF}"/>
              </a:ext>
            </a:extLst>
          </p:cNvPr>
          <p:cNvSpPr/>
          <p:nvPr/>
        </p:nvSpPr>
        <p:spPr>
          <a:xfrm>
            <a:off x="2616200" y="1897866"/>
            <a:ext cx="6959600" cy="403187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proposed research introduces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Meta-Cognitive Temperature Regulation (MCTR)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a self-regulating inference framework for Transformer-based Large Language Models.</a:t>
            </a:r>
          </a:p>
          <a:p>
            <a:pPr algn="just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Instead of using a fixed decoding temperature throughout inference, the proposed system estimates the model's internal cognitive state—including confidence, uncertainty, reasoning stability, and novelty, and dynamically predicts an optimal temperature for every decoding step.</a:t>
            </a:r>
          </a:p>
          <a:p>
            <a:pPr algn="just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framework consists of four major components: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Transformer Backbone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Meta-Cognitive State Estimator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Dynamic Temperature Controller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Adaptive Decoding Module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By integrating meta cognitive reasoning into inference, the proposed model aims to reduce hallucinations, improve calibration, enhance reasoning reliability, and produce more interpretable AI systems.</a:t>
            </a:r>
          </a:p>
        </p:txBody>
      </p:sp>
    </p:spTree>
    <p:extLst>
      <p:ext uri="{BB962C8B-B14F-4D97-AF65-F5344CB8AC3E}">
        <p14:creationId xmlns:p14="http://schemas.microsoft.com/office/powerpoint/2010/main" val="174486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Zeroth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7D8627-E985-E8AF-6667-44DEB579929C}"/>
              </a:ext>
            </a:extLst>
          </p:cNvPr>
          <p:cNvSpPr/>
          <p:nvPr/>
        </p:nvSpPr>
        <p:spPr>
          <a:xfrm>
            <a:off x="11246126" y="266834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293D9E-2A22-6C24-64E1-06122BD43C60}"/>
              </a:ext>
            </a:extLst>
          </p:cNvPr>
          <p:cNvSpPr/>
          <p:nvPr/>
        </p:nvSpPr>
        <p:spPr>
          <a:xfrm>
            <a:off x="2580640" y="2221032"/>
            <a:ext cx="6664960" cy="33239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Transformer-based Large Language Models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perform inference using a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fixed decoding strategy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During token generation, probability distributions are adjusted using manually selected hyperparameters such 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Temperature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Top-k Sampling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Top-p Sampling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Beam Search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Repetition Penalty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Several recent studies have proposed adaptive decoding methods that dynamically adjust temperature or attention during inference.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Adaptive Decoding via Latent Preference Optimization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selects decoding temperatures according to task characteristics, while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Thermometer of Thoughts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adjusts attention temperature to diversify reasoning. TAMPO further models temperature as a learnable meta-policy during reinforcement learning.</a:t>
            </a:r>
          </a:p>
        </p:txBody>
      </p:sp>
    </p:spTree>
    <p:extLst>
      <p:ext uri="{BB962C8B-B14F-4D97-AF65-F5344CB8AC3E}">
        <p14:creationId xmlns:p14="http://schemas.microsoft.com/office/powerpoint/2010/main" val="251300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Zeroth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CDADBE95-50C6-15D4-51BB-159DEB43AE6D}"/>
              </a:ext>
            </a:extLst>
          </p:cNvPr>
          <p:cNvSpPr/>
          <p:nvPr/>
        </p:nvSpPr>
        <p:spPr>
          <a:xfrm>
            <a:off x="10962973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D086A-B0DA-FD44-4BA6-94C46E4B7225}"/>
              </a:ext>
            </a:extLst>
          </p:cNvPr>
          <p:cNvSpPr/>
          <p:nvPr/>
        </p:nvSpPr>
        <p:spPr>
          <a:xfrm>
            <a:off x="3296753" y="2305615"/>
            <a:ext cx="5898047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Current Transformer architectures generate outputs using externally specified decoding parameters without evaluating the reliability of their internal reasoning process. As a result, models cannot distinguish between situations requiring deterministic reasoning and those requiring broader exploration. This limitation contributes to hallucinations, overconfidence, inconsistent reasoning, and poor calibration. There is therefore a need for a self-regulating inference framework that continuously estimates the model's cognitive state and dynamically adapts decoding behaviour to improve reasoning reliability and trustworthiness.</a:t>
            </a:r>
            <a:endParaRPr lang="en-US" sz="1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548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SCOPE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Zeroth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90834943-1A74-FCFE-48CD-FE73D1210125}"/>
              </a:ext>
            </a:extLst>
          </p:cNvPr>
          <p:cNvSpPr/>
          <p:nvPr/>
        </p:nvSpPr>
        <p:spPr>
          <a:xfrm>
            <a:off x="10962973" y="266834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620F10-A485-BDC1-5381-84DBC51C4CCF}"/>
              </a:ext>
            </a:extLst>
          </p:cNvPr>
          <p:cNvSpPr/>
          <p:nvPr/>
        </p:nvSpPr>
        <p:spPr>
          <a:xfrm>
            <a:off x="1040209" y="2436475"/>
            <a:ext cx="4375071" cy="28931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Design a Meta-Cognitive Temperature Regulation framework for Transformer models.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Develop a Meta-Cognitive State Estimator capable of measuring confidence, uncertainty, reasoning stability, and novelty.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Predict decoding temperature dynamically during inference.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Improve reasoning accuracy while maintaining computational efficiency.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Reduce hallucination and overconfidence. Improve calibration and interpretability.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Benchmark the framework on standard reasoning datasets.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BAC8FF-15E9-6105-F23F-E3357986680B}"/>
              </a:ext>
            </a:extLst>
          </p:cNvPr>
          <p:cNvSpPr/>
          <p:nvPr/>
        </p:nvSpPr>
        <p:spPr>
          <a:xfrm>
            <a:off x="6776722" y="2436475"/>
            <a:ext cx="4375071" cy="33239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Included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Transformer-based LLMs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Dynamic temperature prediction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Meta-cognitive state estimation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Inference-time regulation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Open-source foundation models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Mathematical and reasoning benchmarks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Hallucination analysis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Calibration evaluation </a:t>
            </a:r>
          </a:p>
          <a:p>
            <a:pPr algn="just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Excluded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Training a foundation model from scratch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Multimodal reasoning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Speech and vision processing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Hardware optimization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Distributed training infrastructure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4454C7-5F75-0958-DF9B-73E0F1A41122}"/>
              </a:ext>
            </a:extLst>
          </p:cNvPr>
          <p:cNvSpPr/>
          <p:nvPr/>
        </p:nvSpPr>
        <p:spPr>
          <a:xfrm>
            <a:off x="2566345" y="2097921"/>
            <a:ext cx="13227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53E021-3139-2743-E1FC-CDE2667BBA4F}"/>
              </a:ext>
            </a:extLst>
          </p:cNvPr>
          <p:cNvSpPr/>
          <p:nvPr/>
        </p:nvSpPr>
        <p:spPr>
          <a:xfrm>
            <a:off x="8143198" y="2097921"/>
            <a:ext cx="8210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Zeroth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DFA9198B-A985-7726-40BF-ABB0F79A71E5}"/>
              </a:ext>
            </a:extLst>
          </p:cNvPr>
          <p:cNvSpPr/>
          <p:nvPr/>
        </p:nvSpPr>
        <p:spPr>
          <a:xfrm>
            <a:off x="10858500" y="266834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88C5A9-E53A-A6D8-025E-CD6882713A9F}"/>
              </a:ext>
            </a:extLst>
          </p:cNvPr>
          <p:cNvSpPr/>
          <p:nvPr/>
        </p:nvSpPr>
        <p:spPr>
          <a:xfrm>
            <a:off x="2816622" y="2073255"/>
            <a:ext cx="6558756" cy="24622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Recent studies have demonstrated the benefits of adaptive decoding, attention-temperature modulation, and meta-cognitive decision making.  However, existing approaches generally optimize isolated components such as temperature scheduling, attention scaling, or tool invocation. None introduces a unified inference framework that continuously models the Transformer's internal cognitive state and uses it to regulate decoding behaviour throughout the reasoning process. </a:t>
            </a:r>
          </a:p>
          <a:p>
            <a:pPr algn="just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proposed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Meta-Cognitive Temperature Regulation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framework addresses this gap by integrating self-evaluation directly into inference, enabling adaptive and cognitively inspired reasoning.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99" y="832613"/>
            <a:ext cx="10668000" cy="661553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Zeroth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4C2481D-A0B3-A9B5-CB5F-7564200C0D92}"/>
              </a:ext>
            </a:extLst>
          </p:cNvPr>
          <p:cNvSpPr/>
          <p:nvPr/>
        </p:nvSpPr>
        <p:spPr>
          <a:xfrm>
            <a:off x="10962973" y="211904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DBE4889-9951-2D17-D9C4-80A63BA7C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991218"/>
              </p:ext>
            </p:extLst>
          </p:nvPr>
        </p:nvGraphicFramePr>
        <p:xfrm>
          <a:off x="1676733" y="1911985"/>
          <a:ext cx="9367187" cy="330708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58125454"/>
                    </a:ext>
                  </a:extLst>
                </a:gridCol>
                <a:gridCol w="2935907">
                  <a:extLst>
                    <a:ext uri="{9D8B030D-6E8A-4147-A177-3AD203B41FA5}">
                      <a16:colId xmlns:a16="http://schemas.microsoft.com/office/drawing/2014/main" val="370192503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3728812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90443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Author/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Methodology/ 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Key Inference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977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/>
                        <a:t>Vaswani et al. (Transformer baseline)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Attention Is All You Need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Self-attention architecture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Foundation of Transformer models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506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/>
                        <a:t>Ouyang et al. (2022)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Training Language Models to Follow Instructions with Human Feedback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RLHF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Improved instruction following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90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Jiang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Mistral 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Sliding-window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Efficient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210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OpenAI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GPT-4 Technical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Large scale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Emergence 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246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Yao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Tree of Thoughts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Deliberate reasoning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Improved reasoning exploration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267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917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EDE5E7-232D-A207-1656-6C8056B0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4A36E-90BC-18CD-B46D-8D5BCDA7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522BD-3018-DF93-A609-E058CEAB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537315-F462-4C74-88B4-A900525A3FAA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33857488-FC72-8382-3A8D-6AF724D75B8B}"/>
              </a:ext>
            </a:extLst>
          </p:cNvPr>
          <p:cNvSpPr/>
          <p:nvPr/>
        </p:nvSpPr>
        <p:spPr>
          <a:xfrm>
            <a:off x="10962973" y="211904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7A379D6-AF47-A42C-C84E-B582C8CE2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544224"/>
              </p:ext>
            </p:extLst>
          </p:nvPr>
        </p:nvGraphicFramePr>
        <p:xfrm>
          <a:off x="1550737" y="1818550"/>
          <a:ext cx="8128000" cy="407924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062615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56040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20409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5695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46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100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69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2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690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99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665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26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82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89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11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464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CC27A-14F7-85DD-1D33-35BB8846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AI &amp;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20C7D-BD2C-F059-5056-8B99F4B2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Zeroth Review</a:t>
            </a: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74100185-8BF5-98C3-C475-2DE8C2F8F9C0}"/>
              </a:ext>
            </a:extLst>
          </p:cNvPr>
          <p:cNvSpPr/>
          <p:nvPr/>
        </p:nvSpPr>
        <p:spPr>
          <a:xfrm>
            <a:off x="10962973" y="164217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1650</TotalTime>
  <Words>1027</Words>
  <Application>Microsoft Office PowerPoint</Application>
  <PresentationFormat>Widescreen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Verdana</vt:lpstr>
      <vt:lpstr>Wingdings</vt:lpstr>
      <vt:lpstr>Profile</vt:lpstr>
      <vt:lpstr>PowerPoint Presentation</vt:lpstr>
      <vt:lpstr>INTRODUCTION</vt:lpstr>
      <vt:lpstr>IMPORTANCE OF THE TOPIC</vt:lpstr>
      <vt:lpstr>PROJECT OVERVIEW</vt:lpstr>
      <vt:lpstr>EXISTING SYSTEM</vt:lpstr>
      <vt:lpstr>PROBLEM STATEMENT </vt:lpstr>
      <vt:lpstr>OBJECTIVES AND SCOPE</vt:lpstr>
      <vt:lpstr>LITERATURE SURVEY </vt:lpstr>
      <vt:lpstr>LITERATURE SURVEY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 MURUGAN N</dc:creator>
  <cp:lastModifiedBy>Surweesh SP</cp:lastModifiedBy>
  <cp:revision>14</cp:revision>
  <dcterms:created xsi:type="dcterms:W3CDTF">2023-08-03T04:32:32Z</dcterms:created>
  <dcterms:modified xsi:type="dcterms:W3CDTF">2026-07-21T15:14:13Z</dcterms:modified>
</cp:coreProperties>
</file>